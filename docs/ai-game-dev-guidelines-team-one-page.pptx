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
<Relationships xmlns="http://schemas.openxmlformats.org/package/2006/relationships">
      <Relationship Id="rId1" Type="http://schemas.openxmlformats.org/officeDocument/2006/relationships/officeDocument" Target="ppt/presentation.xml"/>
      <Relationship Id="rId2" Type="http://schemas.openxmlformats.org/package/2006/relationships/metadata/core-properties" Target="docProps/core.xml"/>
      <Relationship Id="rId3" Type="http://schemas.openxmlformats.org/officeDocument/2006/relationships/extended-properties" Target="docProps/app.xml"/>
    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 type="screen16x9"/>
  <p:notesSz cx="6858000" cy="9144000"/>
  <p:defaultTextStyle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  </Relationships>

</file>

<file path=ppt/slideLayouts/_rels/slideLayout1.xml.rels><?xml version="1.0" encoding="UTF-8" standalone="yes"?>
<Relationships xmlns="http://schemas.openxmlformats.org/package/2006/relationships">
      <Relationship Id="rId1" Type="http://schemas.openxmlformats.org/officeDocument/2006/relationships/slideMaster" Target="../slideMasters/slideMaster1.xml"/>
    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  <Relationship Id="rId2" Type="http://schemas.openxmlformats.org/officeDocument/2006/relationships/theme" Target="../theme/theme1.xml"/>
    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 Slide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1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2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3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4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5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_rels/slide6.xml.rels><?xml version="1.0" encoding="UTF-8" standalone="yes"?>
<Relationships xmlns="http://schemas.openxmlformats.org/package/2006/relationships">
      <Relationship Id="rId1" Type="http://schemas.openxmlformats.org/officeDocument/2006/relationships/slideLayout" Target="../slideLayouts/slideLayout1.xml"/>
    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800000"/>
            <a:ext cx="10800000" cy="9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2600" b="1"/>
              <a:t>AI를 활용한 서버/클라이언트 개발 가이드라인</a:t>
            </a:r>
            <a:endParaRPr lang="ko-KR" sz="2600" b="1"/>
          </a:p>
        </p:txBody>
      </p:sp>
      <p:sp>
        <p:nvSpPr>
          <p:cNvPr id="3" name="Subtitle"/>
          <p:cNvSpPr txBox="1"/>
          <p:nvPr/>
        </p:nvSpPr>
        <p:spPr>
          <a:xfrm>
            <a:off x="1500000" y="2000000"/>
            <a:ext cx="9000000" cy="18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ctr"/>
            <a:r>
              <a:rPr lang="ko-KR" sz="1800" b="1"/>
              <a:t>팀 공유용 1페이지 요약</a:t>
            </a:r>
            <a:endParaRPr lang="ko-KR" sz="1800" b="1"/>
          </a:p>
          <a:p>
            <a:pPr algn="ctr"/>
            <a:r>
              <a:rPr lang="ko-KR" sz="1600"/>
              <a:t>A는 검증용, B는 편입용</a:t>
            </a:r>
            <a:endParaRPr lang="ko-KR" sz="1600"/>
          </a:p>
          <a:p>
            <a:pPr algn="ctr"/>
            <a:r>
              <a:rPr lang="ko-KR" sz="1600"/>
              <a:t>둘 다 같은 기본 작업 흐름을 따른다</a:t>
            </a:r>
            <a:endParaRPr lang="ko-KR"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핵심 요약</a:t>
            </a:r>
            <a:endParaRPr lang="ko-KR" sz="2400" b="1"/>
          </a:p>
        </p:txBody>
      </p:sp>
      <p:sp>
        <p:nvSpPr>
          <p:cNvPr id="3" name="Body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• A: 빠르게 검증하는 방식</a:t>
            </a:r>
            <a:endParaRPr lang="ko-KR" sz="1800" b="1"/>
          </a:p>
          <a:p>
            <a:pPr algn="l"/>
            <a:r>
              <a:rPr lang="ko-KR" sz="1800" b="1"/>
              <a:t>• B: 메인 프로젝트에 편입하는 방식</a:t>
            </a:r>
            <a:endParaRPr lang="ko-KR" sz="1800" b="1"/>
          </a:p>
          <a:p>
            <a:pPr algn="l"/>
            <a:r>
              <a:rPr lang="ko-KR" sz="1800"/>
              <a:t>• 둘 다 같은 기본 작업 흐름을 따른다</a:t>
            </a:r>
            <a:endParaRPr lang="ko-KR" sz="1800"/>
          </a:p>
          <a:p>
            <a:pPr algn="l"/>
            <a:r>
              <a:rPr lang="ko-KR" sz="1800"/>
              <a:t>• 차이는 무엇을 기준으로 수정하느냐다</a:t>
            </a:r>
            <a:endParaRPr lang="ko-KR" sz="1800"/>
          </a:p>
          <a:p>
            <a:pPr algn="l"/>
            <a:r>
              <a:rPr lang="ko-KR" sz="1800"/>
              <a:t>• A는 문서 기준, B는 코드와 구조 기준으로 수정한다</a:t>
            </a:r>
            <a:endParaRPr lang="ko-KR" sz="1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A와 B를 나누는 기준</a:t>
            </a:r>
            <a:endParaRPr lang="ko-KR" sz="2400" b="1"/>
          </a:p>
        </p:txBody>
      </p:sp>
      <p:sp>
        <p:nvSpPr>
          <p:cNvPr id="3" name="AHeader"/>
          <p:cNvSpPr txBox="1"/>
          <p:nvPr/>
        </p:nvSpPr>
        <p:spPr>
          <a:xfrm>
            <a:off x="900000" y="1400000"/>
            <a:ext cx="4600000" cy="50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A를 선택하는 경우</a:t>
            </a:r>
            <a:endParaRPr lang="ko-KR" sz="1800" b="1"/>
          </a:p>
        </p:txBody>
      </p:sp>
      <p:sp>
        <p:nvSpPr>
          <p:cNvPr id="4" name="ABody"/>
          <p:cNvSpPr txBox="1"/>
          <p:nvPr/>
        </p:nvSpPr>
        <p:spPr>
          <a:xfrm>
            <a:off x="900000" y="2000000"/>
            <a:ext cx="46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빠른 검증이 목적일 때</a:t>
            </a:r>
            <a:endParaRPr lang="ko-KR" sz="1600"/>
          </a:p>
          <a:p>
            <a:pPr algn="l"/>
            <a:r>
              <a:rPr lang="ko-KR" sz="1600"/>
              <a:t>• 감각, 흐름, 기술 가능성을 먼저 볼 때</a:t>
            </a:r>
            <a:endParaRPr lang="ko-KR" sz="1600"/>
          </a:p>
          <a:p>
            <a:pPr algn="l"/>
            <a:r>
              <a:rPr lang="ko-KR" sz="1600"/>
              <a:t>• 코드가 나중에 버려져도 괜찮을 때</a:t>
            </a:r>
            <a:endParaRPr lang="ko-KR" sz="1600"/>
          </a:p>
          <a:p>
            <a:pPr algn="l"/>
            <a:r>
              <a:rPr lang="ko-KR" sz="1600"/>
              <a:t>• 문서와 시나리오를 고쳐 다시 볼 생각일 때</a:t>
            </a:r>
            <a:endParaRPr lang="ko-KR" sz="1600"/>
          </a:p>
        </p:txBody>
      </p:sp>
      <p:sp>
        <p:nvSpPr>
          <p:cNvPr id="5" name="BHeader"/>
          <p:cNvSpPr txBox="1"/>
          <p:nvPr/>
        </p:nvSpPr>
        <p:spPr>
          <a:xfrm>
            <a:off x="6100000" y="1400000"/>
            <a:ext cx="4600000" cy="500000"/>
          </a:xfrm>
          <a:prstGeom prst="rect">
            <a:avLst/>
          </a:prstGeom>
          <a:solidFill>
            <a:srgbClr val="EEF7EA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B를 선택하는 경우</a:t>
            </a:r>
            <a:endParaRPr lang="ko-KR" sz="1800" b="1"/>
          </a:p>
        </p:txBody>
      </p:sp>
      <p:sp>
        <p:nvSpPr>
          <p:cNvPr id="6" name="BBody"/>
          <p:cNvSpPr txBox="1"/>
          <p:nvPr/>
        </p:nvSpPr>
        <p:spPr>
          <a:xfrm>
            <a:off x="6100000" y="2000000"/>
            <a:ext cx="4600000" cy="33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메인 프로젝트에 넣어야 할 때</a:t>
            </a:r>
            <a:endParaRPr lang="ko-KR" sz="1600"/>
          </a:p>
          <a:p>
            <a:pPr algn="l"/>
            <a:r>
              <a:rPr lang="ko-KR" sz="1600"/>
              <a:t>• 다른 개발자와 협업해야 할 때</a:t>
            </a:r>
            <a:endParaRPr lang="ko-KR" sz="1600"/>
          </a:p>
          <a:p>
            <a:pPr algn="l"/>
            <a:r>
              <a:rPr lang="ko-KR" sz="1600"/>
              <a:t>• 코드 리뷰와 유지보수가 필요할 때</a:t>
            </a:r>
            <a:endParaRPr lang="ko-KR" sz="1600"/>
          </a:p>
          <a:p>
            <a:pPr algn="l"/>
            <a:r>
              <a:rPr lang="ko-KR" sz="1600"/>
              <a:t>• 실제 코드와 구조를 분석해 고쳐야 할 때</a:t>
            </a:r>
            <a:endParaRPr lang="ko-KR"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기본 작업 흐름</a:t>
            </a:r>
            <a:endParaRPr lang="ko-KR" sz="2400" b="1"/>
          </a:p>
        </p:txBody>
      </p:sp>
      <p:sp>
        <p:nvSpPr>
          <p:cNvPr id="3" name="Flow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1. 요구사항 / 개발 계획을 md로 정리</a:t>
            </a:r>
            <a:endParaRPr lang="ko-KR" sz="1800" b="1"/>
          </a:p>
          <a:p>
            <a:pPr algn="l"/>
            <a:r>
              <a:rPr lang="ko-KR" sz="1800" b="1"/>
              <a:t>2. md 기준으로 작은 단위 구현</a:t>
            </a:r>
            <a:endParaRPr lang="ko-KR" sz="1800" b="1"/>
          </a:p>
          <a:p>
            <a:pPr algn="l"/>
            <a:r>
              <a:rPr lang="ko-KR" sz="1800" b="1"/>
              <a:t>3. AI 리뷰, 인간 리뷰, 테스트 진행</a:t>
            </a:r>
            <a:endParaRPr lang="ko-KR" sz="1800" b="1"/>
          </a:p>
          <a:p>
            <a:pPr algn="l"/>
            <a:r>
              <a:rPr lang="ko-KR" sz="1800" b="1"/>
              <a:t>4. 수정사항 정리 후 다시 1번으로</a:t>
            </a:r>
            <a:endParaRPr lang="ko-KR" sz="1800"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수정하는 기준의 차이</a:t>
            </a:r>
            <a:endParaRPr lang="ko-KR" sz="2400" b="1"/>
          </a:p>
        </p:txBody>
      </p:sp>
      <p:sp>
        <p:nvSpPr>
          <p:cNvPr id="3" name="AHeader"/>
          <p:cNvSpPr txBox="1"/>
          <p:nvPr/>
        </p:nvSpPr>
        <p:spPr>
          <a:xfrm>
            <a:off x="900000" y="1400000"/>
            <a:ext cx="4600000" cy="500000"/>
          </a:xfrm>
          <a:prstGeom prst="rect">
            <a:avLst/>
          </a:prstGeom>
          <a:solidFill>
            <a:srgbClr val="EAF2FF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A: 문서를 수정하면서 검증</a:t>
            </a:r>
            <a:endParaRPr lang="ko-KR" sz="1800" b="1"/>
          </a:p>
        </p:txBody>
      </p:sp>
      <p:sp>
        <p:nvSpPr>
          <p:cNvPr id="4" name="ABody"/>
          <p:cNvSpPr txBox="1"/>
          <p:nvPr/>
        </p:nvSpPr>
        <p:spPr>
          <a:xfrm>
            <a:off x="900000" y="2000000"/>
            <a:ext cx="4600000" cy="3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요구사항과 계획을 다시 본다</a:t>
            </a:r>
            <a:endParaRPr lang="ko-KR" sz="1600"/>
          </a:p>
          <a:p>
            <a:pPr algn="l"/>
            <a:r>
              <a:rPr lang="ko-KR" sz="1600"/>
              <a:t>• 테스트 시나리오를 다시 정리한다</a:t>
            </a:r>
            <a:endParaRPr lang="ko-KR" sz="1600"/>
          </a:p>
          <a:p>
            <a:pPr algn="l"/>
            <a:r>
              <a:rPr lang="ko-KR" sz="1600"/>
              <a:t>• 테스트용 데이터와 입력값을 조정한다</a:t>
            </a:r>
            <a:endParaRPr lang="ko-KR" sz="1600"/>
          </a:p>
          <a:p>
            <a:pPr algn="l"/>
            <a:r>
              <a:rPr lang="ko-KR" sz="1600"/>
              <a:t>• 문서를 고치고 다시 구현한다</a:t>
            </a:r>
            <a:endParaRPr lang="ko-KR" sz="1600"/>
          </a:p>
        </p:txBody>
      </p:sp>
      <p:sp>
        <p:nvSpPr>
          <p:cNvPr id="5" name="BHeader"/>
          <p:cNvSpPr txBox="1"/>
          <p:nvPr/>
        </p:nvSpPr>
        <p:spPr>
          <a:xfrm>
            <a:off x="6100000" y="1400000"/>
            <a:ext cx="4600000" cy="500000"/>
          </a:xfrm>
          <a:prstGeom prst="rect">
            <a:avLst/>
          </a:prstGeom>
          <a:solidFill>
            <a:srgbClr val="EEF7EA"/>
          </a:solidFill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 b="1"/>
              <a:t>B: 코드와 구조를 수정하며 편입</a:t>
            </a:r>
            <a:endParaRPr lang="ko-KR" sz="1800" b="1"/>
          </a:p>
        </p:txBody>
      </p:sp>
      <p:sp>
        <p:nvSpPr>
          <p:cNvPr id="6" name="BBody"/>
          <p:cNvSpPr txBox="1"/>
          <p:nvPr/>
        </p:nvSpPr>
        <p:spPr>
          <a:xfrm>
            <a:off x="6100000" y="2000000"/>
            <a:ext cx="4600000" cy="30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600"/>
              <a:t>• 문제 코드 경로와 상태 전이를 찾는다</a:t>
            </a:r>
            <a:endParaRPr lang="ko-KR" sz="1600"/>
          </a:p>
          <a:p>
            <a:pPr algn="l"/>
            <a:r>
              <a:rPr lang="ko-KR" sz="1600"/>
              <a:t>• 구조와 책임 분리를 다시 본다</a:t>
            </a:r>
            <a:endParaRPr lang="ko-KR" sz="1600"/>
          </a:p>
          <a:p>
            <a:pPr algn="l"/>
            <a:r>
              <a:rPr lang="ko-KR" sz="1600"/>
              <a:t>• 코드와 문서를 함께 수정한다</a:t>
            </a:r>
            <a:endParaRPr lang="ko-KR" sz="1600"/>
          </a:p>
          <a:p>
            <a:pPr algn="l"/>
            <a:r>
              <a:rPr lang="ko-KR" sz="1600"/>
              <a:t>• 리뷰와 테스트 후 다시 검증한다</a:t>
            </a:r>
            <a:endParaRPr lang="ko-KR" sz="16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700000" y="400000"/>
            <a:ext cx="10800000" cy="7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2400" b="1"/>
              <a:t>팀 적용 원칙</a:t>
            </a:r>
            <a:endParaRPr lang="ko-KR" sz="2400" b="1"/>
          </a:p>
        </p:txBody>
      </p:sp>
      <p:sp>
        <p:nvSpPr>
          <p:cNvPr id="3" name="Body"/>
          <p:cNvSpPr txBox="1"/>
          <p:nvPr/>
        </p:nvSpPr>
        <p:spPr>
          <a:xfrm>
            <a:off x="900000" y="1400000"/>
            <a:ext cx="10400000" cy="420000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/>
          <a:lstStyle/>
          <a:p>
            <a:pPr algn="l"/>
            <a:r>
              <a:rPr lang="ko-KR" sz="1800"/>
              <a:t>• B는 시작 전에 코드베이스 분석과 규칙 파악이 먼저다</a:t>
            </a:r>
            <a:endParaRPr lang="ko-KR" sz="1800"/>
          </a:p>
          <a:p>
            <a:pPr algn="l"/>
            <a:r>
              <a:rPr lang="ko-KR" sz="1800"/>
              <a:t>• AI는 분석 / 문서 작성 / 구현 / 리뷰 / 테스트로 나눠서 쓴다</a:t>
            </a:r>
            <a:endParaRPr lang="ko-KR" sz="1800"/>
          </a:p>
          <a:p>
            <a:pPr algn="l"/>
            <a:r>
              <a:rPr lang="ko-KR" sz="1800"/>
              <a:t>• 큰 범위를 한 번에 맡기지 않는다</a:t>
            </a:r>
            <a:endParaRPr lang="ko-KR" sz="1800"/>
          </a:p>
          <a:p>
            <a:pPr algn="l"/>
            <a:r>
              <a:rPr lang="ko-KR" sz="1800" b="1"/>
              <a:t>• 팀에서 기억할 한 문장: A는 검증용, B는 편입용</a:t>
            </a:r>
            <a:endParaRPr lang="ko-KR" sz="1800" b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1F1F"/>
      </a:dk2>
      <a:lt2>
        <a:srgbClr val="F3F6FB"/>
      </a:lt2>
      <a:accent1>
        <a:srgbClr val="4472C4"/>
      </a:accent1>
      <a:accent2>
        <a:srgbClr val="70AD47"/>
      </a:accent2>
      <a:accent3>
        <a:srgbClr val="ED7D31"/>
      </a:accent3>
      <a:accent4>
        <a:srgbClr val="A5A5A5"/>
      </a:accent4>
      <a:accent5>
        <a:srgbClr val="FFC000"/>
      </a:accent5>
      <a:accent6>
        <a:srgbClr val="5B9BD5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Hang" typeface="맑은 고딕"/>
      </a:majorFont>
      <a:minorFont>
        <a:latin typeface="Aptos"/>
        <a:ea typeface=""/>
        <a:cs typeface=""/>
        <a:font script="Hang" typeface="맑은 고딕"/>
      </a:minorFont>
    </a:fontScheme>
    <a:fmtScheme name="Office">
      <a:fillStyleLst>
        <a:solidFill>
          <a:schemeClr val="phClr"/>
        </a:solidFill>
        <a:solidFill>
          <a:schemeClr val="accent1"/>
        </a:solidFill>
        <a:solidFill>
          <a:schemeClr val="accent2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lt1"/>
        </a:solidFill>
        <a:solidFill>
          <a:schemeClr val="lt2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6</Slides>
  <Notes>0</Notes>
  <HiddenSlides>0</HiddenSlides>
  <MMClips>0</MMClips>
  <ScaleCrop>false</ScaleCrop>
  <HeadingPairs>
    <vt:vector size="2" baseType="variant">
      <vt:variant>
        <vt:lpstr>Theme</vt:lpstr>
      </vt:variant>
      <vt:variant>
        <vt:i4>1</vt:i4>
      </vt:variant>
    </vt:vector>
  </HeadingPairs>
  <TitlesOfParts>
    <vt:vector size="7" baseType="lpstr">
      <vt:lpstr>Office Theme</vt:lpstr>
      <vt:lpstr>표지</vt:lpstr>
      <vt:lpstr>핵심 요약</vt:lpstr>
      <vt:lpstr>A와 B를 나누는 기준</vt:lpstr>
      <vt:lpstr>기본 작업 흐름</vt:lpstr>
      <vt:lpstr>수정하는 기준의 차이</vt:lpstr>
      <vt:lpstr>팀 적용 원칙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AI를 활용한 서버/클라이언트 개발 가이드라인 - 팀 공유용</dc:title>
  <dc:creator>OpenClaw</dc:creator>
  <cp:lastModifiedBy>OpenClaw</cp:lastModifiedBy>
  <dcterms:created xsi:type="dcterms:W3CDTF">2026-03-22T16:11:22Z</dcterms:created>
  <dcterms:modified xsi:type="dcterms:W3CDTF">2026-03-22T16:11:22Z</dcterms:modified>
</cp:coreProperties>
</file>