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    <Relationship Id="rId1" Type="http://schemas.openxmlformats.org/officeDocument/2006/relationships/officeDocument" Target="ppt/presentation.xml"/>
      <Relationship Id="rId2" Type="http://schemas.openxmlformats.org/package/2006/relationships/metadata/core-properties" Target="docProps/core.xml"/>
      <Relationship Id="rId3" Type="http://schemas.openxmlformats.org/officeDocument/2006/relationships/extended-properties" Target="docProps/app.xml"/>
    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  </Relationships>

</file>

<file path=ppt/slideLayouts/_rels/slideLayout1.xml.rels><?xml version="1.0" encoding="UTF-8" standalone="yes"?>
<Relationships xmlns="http://schemas.openxmlformats.org/package/2006/relationships">
      <Relationship Id="rId1" Type="http://schemas.openxmlformats.org/officeDocument/2006/relationships/slideMaster" Target="../slideMasters/slideMaster1.xml"/>
    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  <Relationship Id="rId2" Type="http://schemas.openxmlformats.org/officeDocument/2006/relationships/theme" Target="../theme/theme1.xml"/>
    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2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3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4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5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6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8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600" b="1"/>
              <a:t>AI 에이전트를 활용한 게임 개발 가이드라인</a:t>
            </a:r>
            <a:endParaRPr lang="ko-KR" sz="2600" b="1"/>
          </a:p>
        </p:txBody>
      </p:sp>
      <p:sp>
        <p:nvSpPr>
          <p:cNvPr id="3" name="Subtitle"/>
          <p:cNvSpPr txBox="1"/>
          <p:nvPr/>
        </p:nvSpPr>
        <p:spPr>
          <a:xfrm>
            <a:off x="1500000" y="2000000"/>
            <a:ext cx="90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/>
              <a:t>팀 공유용 1페이지 요약</a:t>
            </a:r>
            <a:endParaRPr lang="ko-KR" sz="1800" b="1"/>
          </a:p>
          <a:p>
            <a:pPr algn="ctr"/>
            <a:r>
              <a:rPr lang="ko-KR" sz="1600"/>
              <a:t>A는 검증용, B는 편입용</a:t>
            </a:r>
            <a:endParaRPr lang="ko-KR" sz="1600"/>
          </a:p>
          <a:p>
            <a:pPr algn="ctr"/>
            <a:r>
              <a:rPr lang="ko-KR" sz="1600"/>
              <a:t>AI는 블랙박스 자동 구현 도구가 아니다</a:t>
            </a:r>
            <a:endParaRPr lang="ko-K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먼저 깔고 가야 할 생각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/>
              <a:t>• AI 활용의 핵심은 내 지식베이스를 넓히는 데 있다</a:t>
            </a:r>
            <a:endParaRPr lang="ko-KR" sz="1800"/>
          </a:p>
          <a:p>
            <a:pPr algn="l"/>
            <a:r>
              <a:rPr lang="ko-KR" sz="1800"/>
              <a:t>• AI가 만든 내용은 가능한 한 내가 이해할 수 있어야 한다</a:t>
            </a:r>
            <a:endParaRPr lang="ko-KR" sz="1800"/>
          </a:p>
          <a:p>
            <a:pPr algn="l"/>
            <a:r>
              <a:rPr lang="ko-KR" sz="1800"/>
              <a:t>• B에서는 AI보다 직접 개발이 더 빠를 때도 있다</a:t>
            </a:r>
            <a:endParaRPr lang="ko-KR" sz="1800"/>
          </a:p>
          <a:p>
            <a:pPr algn="l"/>
            <a:r>
              <a:rPr lang="ko-KR" sz="1800"/>
              <a:t>• 그래도 장기적으로는 AI와 페어하게 개발하는 편이 유리하다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A와 B를 나누는 기준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A를 선택하는 경우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빠른 검증이 목적일 때</a:t>
            </a:r>
            <a:endParaRPr lang="ko-KR" sz="1600"/>
          </a:p>
          <a:p>
            <a:pPr algn="l"/>
            <a:r>
              <a:rPr lang="ko-KR" sz="1600"/>
              <a:t>• 감각, 흐름, 기술 가능성을 먼저 볼 때</a:t>
            </a:r>
            <a:endParaRPr lang="ko-KR" sz="1600"/>
          </a:p>
          <a:p>
            <a:pPr algn="l"/>
            <a:r>
              <a:rPr lang="ko-KR" sz="1600"/>
              <a:t>• 코드가 나중에 버려져도 괜찮을 때</a:t>
            </a:r>
            <a:endParaRPr lang="ko-KR" sz="1600"/>
          </a:p>
          <a:p>
            <a:pPr algn="l"/>
            <a:r>
              <a:rPr lang="ko-KR" sz="1600"/>
              <a:t>• 문서와 시나리오를 고쳐 다시 볼 생각일 때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B를 선택하는 경우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메인 프로젝트에 넣어야 할 때</a:t>
            </a:r>
            <a:endParaRPr lang="ko-KR" sz="1600"/>
          </a:p>
          <a:p>
            <a:pPr algn="l"/>
            <a:r>
              <a:rPr lang="ko-KR" sz="1600"/>
              <a:t>• 다른 개발자와 협업해야 할 때</a:t>
            </a:r>
            <a:endParaRPr lang="ko-KR" sz="1600"/>
          </a:p>
          <a:p>
            <a:pPr algn="l"/>
            <a:r>
              <a:rPr lang="ko-KR" sz="1600"/>
              <a:t>• 코드 리뷰와 유지보수가 필요할 때</a:t>
            </a:r>
            <a:endParaRPr lang="ko-KR" sz="1600"/>
          </a:p>
          <a:p>
            <a:pPr algn="l"/>
            <a:r>
              <a:rPr lang="ko-KR" sz="1600"/>
              <a:t>• 실제 코드와 구조를 분석해 고쳐야 할 때</a:t>
            </a:r>
            <a:endParaRPr lang="ko-KR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기본 작업 흐름</a:t>
            </a:r>
            <a:endParaRPr lang="ko-KR" sz="2400" b="1"/>
          </a:p>
        </p:txBody>
      </p:sp>
      <p:sp>
        <p:nvSpPr>
          <p:cNvPr id="3" name="Flow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1. 요구사항 / 개발 계획을 md로 정리</a:t>
            </a:r>
            <a:endParaRPr lang="ko-KR" sz="1800" b="1"/>
          </a:p>
          <a:p>
            <a:pPr algn="l"/>
            <a:r>
              <a:rPr lang="ko-KR" sz="1800" b="1"/>
              <a:t>2. md 기준으로 작은 단위 구현</a:t>
            </a:r>
            <a:endParaRPr lang="ko-KR" sz="1800" b="1"/>
          </a:p>
          <a:p>
            <a:pPr algn="l"/>
            <a:r>
              <a:rPr lang="ko-KR" sz="1800" b="1"/>
              <a:t>3. AI 리뷰, 인간 리뷰, 테스트 진행</a:t>
            </a:r>
            <a:endParaRPr lang="ko-KR" sz="1800" b="1"/>
          </a:p>
          <a:p>
            <a:pPr algn="l"/>
            <a:r>
              <a:rPr lang="ko-KR" sz="1800" b="1"/>
              <a:t>4. 수정사항 정리 후 다시 1번으로</a:t>
            </a:r>
            <a:endParaRPr lang="ko-KR"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수정하는 기준의 차이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A: 문서를 수정하면서 검증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요구사항과 계획을 다시 본다</a:t>
            </a:r>
            <a:endParaRPr lang="ko-KR" sz="1600"/>
          </a:p>
          <a:p>
            <a:pPr algn="l"/>
            <a:r>
              <a:rPr lang="ko-KR" sz="1600"/>
              <a:t>• 테스트 시나리오를 다시 정리한다</a:t>
            </a:r>
            <a:endParaRPr lang="ko-KR" sz="1600"/>
          </a:p>
          <a:p>
            <a:pPr algn="l"/>
            <a:r>
              <a:rPr lang="ko-KR" sz="1600"/>
              <a:t>• 테스트용 데이터와 입력값을 조정한다</a:t>
            </a:r>
            <a:endParaRPr lang="ko-KR" sz="1600"/>
          </a:p>
          <a:p>
            <a:pPr algn="l"/>
            <a:r>
              <a:rPr lang="ko-KR" sz="1600"/>
              <a:t>• 문서를 고치고 다시 구현한다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B: 코드와 구조를 수정하며 편입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문제 코드 경로와 상태 전이를 찾는다</a:t>
            </a:r>
            <a:endParaRPr lang="ko-KR" sz="1600"/>
          </a:p>
          <a:p>
            <a:pPr algn="l"/>
            <a:r>
              <a:rPr lang="ko-KR" sz="1600"/>
              <a:t>• 구조와 책임 분리를 다시 본다</a:t>
            </a:r>
            <a:endParaRPr lang="ko-KR" sz="1600"/>
          </a:p>
          <a:p>
            <a:pPr algn="l"/>
            <a:r>
              <a:rPr lang="ko-KR" sz="1600"/>
              <a:t>• 코드와 문서를 함께 수정한다</a:t>
            </a:r>
            <a:endParaRPr lang="ko-KR" sz="1600"/>
          </a:p>
          <a:p>
            <a:pPr algn="l"/>
            <a:r>
              <a:rPr lang="ko-KR" sz="1600"/>
              <a:t>• 리뷰와 테스트 후 다시 검증한다</a:t>
            </a:r>
            <a:endParaRPr lang="ko-KR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팀 적용 원칙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/>
              <a:t>• B는 시작 전에 코드베이스 분석과 규칙 파악이 먼저다</a:t>
            </a:r>
            <a:endParaRPr lang="ko-KR" sz="1800"/>
          </a:p>
          <a:p>
            <a:pPr algn="l"/>
            <a:r>
              <a:rPr lang="ko-KR" sz="1800"/>
              <a:t>• AI는 분석 / 문서 작성 / 구현 / 리뷰 / 테스트로 나눠서 쓴다</a:t>
            </a:r>
            <a:endParaRPr lang="ko-KR" sz="1800"/>
          </a:p>
          <a:p>
            <a:pPr algn="l"/>
            <a:r>
              <a:rPr lang="ko-KR" sz="1800"/>
              <a:t>• 큰 범위를 한 번에 맡기지 않는다</a:t>
            </a:r>
            <a:endParaRPr lang="ko-KR" sz="1800"/>
          </a:p>
          <a:p>
            <a:pPr algn="l"/>
            <a:r>
              <a:rPr lang="ko-KR" sz="1800" b="1"/>
              <a:t>• 팀에서 기억할 한 문장: AI는 지식베이스를 넓히는 페어 개발 도구다</a:t>
            </a:r>
            <a:endParaRPr lang="ko-KR"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3F6FB"/>
      </a:lt2>
      <a:accent1>
        <a:srgbClr val="4472C4"/>
      </a:accent1>
      <a:accent2>
        <a:srgbClr val="70AD47"/>
      </a:accent2>
      <a:accent3>
        <a:srgbClr val="ED7D31"/>
      </a:accent3>
      <a:accent4>
        <a:srgbClr val="A5A5A5"/>
      </a:accent4>
      <a:accent5>
        <a:srgbClr val="FFC000"/>
      </a:accent5>
      <a:accent6>
        <a:srgbClr val="5B9BD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Hang" typeface="맑은 고딕"/>
      </a:majorFont>
      <a:minorFont>
        <a:latin typeface="Aptos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7" baseType="lpstr">
      <vt:lpstr>Office Theme</vt:lpstr>
      <vt:lpstr>표지</vt:lpstr>
      <vt:lpstr>먼저 깔고 가야 할 생각</vt:lpstr>
      <vt:lpstr>A와 B를 나누는 기준</vt:lpstr>
      <vt:lpstr>기본 작업 흐름</vt:lpstr>
      <vt:lpstr>수정하는 기준의 차이</vt:lpstr>
      <vt:lpstr>팀 적용 원칙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에이전트를 활용한 게임 개발 가이드라인 - 팀 공유용</dc:title>
  <dc:creator>OpenClaw</dc:creator>
  <cp:lastModifiedBy>OpenClaw</cp:lastModifiedBy>
  <dcterms:created xsi:type="dcterms:W3CDTF">2026-03-22T16:39:21Z</dcterms:created>
  <dcterms:modified xsi:type="dcterms:W3CDTF">2026-03-22T16:39:21Z</dcterms:modified>
</cp:coreProperties>
</file>